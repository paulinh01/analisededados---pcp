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CBDFFA-509B-0CFB-026D-EE4C479B8C24}" v="121" dt="2026-05-12T22:18:11.2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Interface gráfica do usuário, Gráfico, Gráfico de mapa de árvore&#10;&#10;O conteúdo gerado por IA pode estar incorreto.">
            <a:extLst>
              <a:ext uri="{FF2B5EF4-FFF2-40B4-BE49-F238E27FC236}">
                <a16:creationId xmlns:a16="http://schemas.microsoft.com/office/drawing/2014/main" id="{7D7C7C97-EE20-776D-8BB1-A46986D4CC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1" y="0"/>
            <a:ext cx="121865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3377AA-B1D8-3011-6EB2-332EAE312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Uma imagem contendo Gráfico de mapa de árvore&#10;&#10;O conteúdo gerado por IA pode estar incorreto.">
            <a:extLst>
              <a:ext uri="{FF2B5EF4-FFF2-40B4-BE49-F238E27FC236}">
                <a16:creationId xmlns:a16="http://schemas.microsoft.com/office/drawing/2014/main" id="{2C46F0A2-E430-F39F-75B7-694B73DEE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5" y="0"/>
            <a:ext cx="12188350" cy="6858000"/>
          </a:xfrm>
          <a:prstGeom prst="rect">
            <a:avLst/>
          </a:prstGeom>
        </p:spPr>
      </p:pic>
      <p:sp>
        <p:nvSpPr>
          <p:cNvPr id="46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8D7246D-8A98-EB9D-810A-49713A33ABF9}"/>
              </a:ext>
            </a:extLst>
          </p:cNvPr>
          <p:cNvSpPr txBox="1"/>
          <p:nvPr/>
        </p:nvSpPr>
        <p:spPr>
          <a:xfrm>
            <a:off x="844061" y="973015"/>
            <a:ext cx="2919046" cy="16646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0170928-46B6-FB50-C21D-61B316734003}"/>
              </a:ext>
            </a:extLst>
          </p:cNvPr>
          <p:cNvSpPr txBox="1"/>
          <p:nvPr/>
        </p:nvSpPr>
        <p:spPr>
          <a:xfrm>
            <a:off x="5298830" y="1711569"/>
            <a:ext cx="3985846" cy="92333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dirty="0"/>
              <a:t>Ao interagir com qualquer </a:t>
            </a:r>
            <a:r>
              <a:rPr lang="pt-BR"/>
              <a:t>gráfico/tabela, habilita o detalhamento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70393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C91A11-1751-4733-7572-EE53560C0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7">
            <a:extLst>
              <a:ext uri="{FF2B5EF4-FFF2-40B4-BE49-F238E27FC236}">
                <a16:creationId xmlns:a16="http://schemas.microsoft.com/office/drawing/2014/main" id="{7917C716-0DDA-5ECF-317F-916D0A472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45E077F-A0F6-5D2F-79F7-020909F69B4A}"/>
              </a:ext>
            </a:extLst>
          </p:cNvPr>
          <p:cNvSpPr txBox="1"/>
          <p:nvPr/>
        </p:nvSpPr>
        <p:spPr>
          <a:xfrm>
            <a:off x="844061" y="973015"/>
            <a:ext cx="2919046" cy="16646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F28E529-D323-7DA3-645C-3CFDB58C19F1}"/>
              </a:ext>
            </a:extLst>
          </p:cNvPr>
          <p:cNvSpPr txBox="1"/>
          <p:nvPr/>
        </p:nvSpPr>
        <p:spPr>
          <a:xfrm>
            <a:off x="5298830" y="1711569"/>
            <a:ext cx="3985846" cy="92333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dirty="0"/>
              <a:t>Ao interagir com qualquer </a:t>
            </a:r>
            <a:r>
              <a:rPr lang="pt-BR"/>
              <a:t>gráfico/tabela, habilita o detalhamento</a:t>
            </a:r>
            <a:endParaRPr lang="pt-BR" dirty="0"/>
          </a:p>
        </p:txBody>
      </p:sp>
      <p:pic>
        <p:nvPicPr>
          <p:cNvPr id="5" name="Imagem 4" descr="Tabela&#10;&#10;O conteúdo gerado por IA pode estar incorreto.">
            <a:extLst>
              <a:ext uri="{FF2B5EF4-FFF2-40B4-BE49-F238E27FC236}">
                <a16:creationId xmlns:a16="http://schemas.microsoft.com/office/drawing/2014/main" id="{4DFB1DA8-D20D-CBE9-474D-F4661510A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328" y="0"/>
            <a:ext cx="91553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859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34887C-B5C9-D195-9950-7762D5239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Tabela&#10;&#10;O conteúdo gerado por IA pode estar incorreto.">
            <a:extLst>
              <a:ext uri="{FF2B5EF4-FFF2-40B4-BE49-F238E27FC236}">
                <a16:creationId xmlns:a16="http://schemas.microsoft.com/office/drawing/2014/main" id="{585BE331-8FA4-FD67-C0A2-938C47C6B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709" y="0"/>
            <a:ext cx="9232583" cy="6858000"/>
          </a:xfrm>
          <a:prstGeom prst="rect">
            <a:avLst/>
          </a:prstGeom>
        </p:spPr>
      </p:pic>
      <p:sp>
        <p:nvSpPr>
          <p:cNvPr id="46" name="Rectangle 7">
            <a:extLst>
              <a:ext uri="{FF2B5EF4-FFF2-40B4-BE49-F238E27FC236}">
                <a16:creationId xmlns:a16="http://schemas.microsoft.com/office/drawing/2014/main" id="{A039E722-C8AC-AFE2-63F2-38F0F76C2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55B1611-60C6-353A-1397-E6601159B959}"/>
              </a:ext>
            </a:extLst>
          </p:cNvPr>
          <p:cNvSpPr txBox="1"/>
          <p:nvPr/>
        </p:nvSpPr>
        <p:spPr>
          <a:xfrm>
            <a:off x="844061" y="973015"/>
            <a:ext cx="2919046" cy="16646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8C9BF9E-0DC1-6378-5950-0769982D2446}"/>
              </a:ext>
            </a:extLst>
          </p:cNvPr>
          <p:cNvSpPr txBox="1"/>
          <p:nvPr/>
        </p:nvSpPr>
        <p:spPr>
          <a:xfrm>
            <a:off x="2309445" y="1662499"/>
            <a:ext cx="3985846" cy="64633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dirty="0"/>
              <a:t>Ao interagir com qualquer </a:t>
            </a:r>
            <a:r>
              <a:rPr lang="pt-BR"/>
              <a:t>tabela, habilita o detalhamento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09083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CE3968-4FBE-FA66-EC56-E48FCC0A2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7">
            <a:extLst>
              <a:ext uri="{FF2B5EF4-FFF2-40B4-BE49-F238E27FC236}">
                <a16:creationId xmlns:a16="http://schemas.microsoft.com/office/drawing/2014/main" id="{A17477F9-68E0-8106-6441-B1B043403B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985AAB6-3D34-8F13-6FE3-8881CDCAC088}"/>
              </a:ext>
            </a:extLst>
          </p:cNvPr>
          <p:cNvSpPr txBox="1"/>
          <p:nvPr/>
        </p:nvSpPr>
        <p:spPr>
          <a:xfrm>
            <a:off x="844061" y="973015"/>
            <a:ext cx="2919046" cy="16646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037EE48-E2E9-13EF-825A-A2B04AEBEACF}"/>
              </a:ext>
            </a:extLst>
          </p:cNvPr>
          <p:cNvSpPr txBox="1"/>
          <p:nvPr/>
        </p:nvSpPr>
        <p:spPr>
          <a:xfrm>
            <a:off x="2309445" y="1662499"/>
            <a:ext cx="3985846" cy="64633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dirty="0"/>
              <a:t>Ao interagir com qualquer </a:t>
            </a:r>
            <a:r>
              <a:rPr lang="pt-BR"/>
              <a:t>tabela, habilita o detalhamento</a:t>
            </a:r>
            <a:endParaRPr lang="pt-BR" dirty="0"/>
          </a:p>
        </p:txBody>
      </p:sp>
      <p:pic>
        <p:nvPicPr>
          <p:cNvPr id="5" name="Imagem 4" descr="Tabela&#10;&#10;O conteúdo gerado por IA pode estar incorreto.">
            <a:extLst>
              <a:ext uri="{FF2B5EF4-FFF2-40B4-BE49-F238E27FC236}">
                <a16:creationId xmlns:a16="http://schemas.microsoft.com/office/drawing/2014/main" id="{F4409FF9-7BD8-FB1B-68B5-38B25B735B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472" y="0"/>
            <a:ext cx="90810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0734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6" baseType="lpstr"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51</cp:revision>
  <dcterms:created xsi:type="dcterms:W3CDTF">2026-05-12T20:25:46Z</dcterms:created>
  <dcterms:modified xsi:type="dcterms:W3CDTF">2026-05-12T22:18:39Z</dcterms:modified>
</cp:coreProperties>
</file>